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/mnt/data/sociology_matching_gam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Sociology Matching Game – Theories &amp; Key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0F1A"/>
                </a:solidFill>
                <a:hlinkClick r:id="rId2"/>
              </a:rPr>
              <a:t>Click to launch the matching 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